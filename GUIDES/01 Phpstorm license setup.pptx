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938A7-B31F-443F-116D-96ECD36FBF53}" v="277" dt="2025-01-30T11:48:53.837"/>
    <p1510:client id="{813C0C3F-D6D4-A23C-D0F5-9A97A8EA2489}" v="7" dt="2025-01-30T12:37:00.242"/>
    <p1510:client id="{9DB6BB52-73E9-5BDC-DF11-1C779CBB392E}" v="2" dt="2025-01-30T12:25:04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4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53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4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9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4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8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4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7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61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0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14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utcleeds.fls.jetbrains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PHPStorm</a:t>
            </a:r>
            <a:r>
              <a:rPr lang="en-US" dirty="0"/>
              <a:t> license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Guide 01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3F4D-55B8-7937-0D7F-ACC398C0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PhpStorm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9A9DE7-E778-1BF1-B3DE-7040B78C7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9176" y="1825625"/>
            <a:ext cx="4853648" cy="4351338"/>
          </a:xfrm>
        </p:spPr>
      </p:pic>
    </p:spTree>
    <p:extLst>
      <p:ext uri="{BB962C8B-B14F-4D97-AF65-F5344CB8AC3E}">
        <p14:creationId xmlns:p14="http://schemas.microsoft.com/office/powerpoint/2010/main" val="361420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4075-441A-7DCB-6057-57F1E6F4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Activate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6EA7-745F-EA3C-475C-B7DFCD882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here: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E8414-014F-5612-56B2-DFFBA9F8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626" y="1956458"/>
            <a:ext cx="5367919" cy="42367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5DF5C9-59D3-5E28-A49A-64E2FA93214B}"/>
              </a:ext>
            </a:extLst>
          </p:cNvPr>
          <p:cNvCxnSpPr/>
          <p:nvPr/>
        </p:nvCxnSpPr>
        <p:spPr>
          <a:xfrm>
            <a:off x="2973917" y="2127249"/>
            <a:ext cx="4815416" cy="24870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07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EDDA-A2AA-6D7B-C4A1-63DD8CD0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License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238E-1B0A-292D-2A81-416594C4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here: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EA431E-0307-D330-D01B-6FE93E24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259" y="1696031"/>
            <a:ext cx="6140141" cy="484125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C730BB-89EA-AB47-25DF-594A0DFB72E5}"/>
              </a:ext>
            </a:extLst>
          </p:cNvPr>
          <p:cNvCxnSpPr/>
          <p:nvPr/>
        </p:nvCxnSpPr>
        <p:spPr>
          <a:xfrm>
            <a:off x="2973917" y="2127249"/>
            <a:ext cx="5233586" cy="990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65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C049D-D97D-10BC-993B-1E55C913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this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FC59-DB2B-92F2-9D04-33ADF23F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Enter this web address:</a:t>
            </a:r>
          </a:p>
          <a:p>
            <a:r>
              <a:rPr lang="en-US" dirty="0">
                <a:hlinkClick r:id="rId2"/>
              </a:rPr>
              <a:t>https://utcleeds.fls.jetbrains.com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click activate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D62827-6DFE-88C5-4734-DA8C7CCD5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89" y="1347672"/>
            <a:ext cx="5675971" cy="435780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449259-0164-DA26-A4B9-027EFF7B6F51}"/>
              </a:ext>
            </a:extLst>
          </p:cNvPr>
          <p:cNvCxnSpPr/>
          <p:nvPr/>
        </p:nvCxnSpPr>
        <p:spPr>
          <a:xfrm>
            <a:off x="6337868" y="2666224"/>
            <a:ext cx="1349245" cy="3311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AD335B-C50A-7A59-E613-A14EA00E81E9}"/>
              </a:ext>
            </a:extLst>
          </p:cNvPr>
          <p:cNvCxnSpPr>
            <a:cxnSpLocks/>
          </p:cNvCxnSpPr>
          <p:nvPr/>
        </p:nvCxnSpPr>
        <p:spPr>
          <a:xfrm flipV="1">
            <a:off x="4126209" y="3480626"/>
            <a:ext cx="3551610" cy="1164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01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7842-A394-F68F-1BDD-F9254036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browser appears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B2BE-33FA-3E7D-547D-835B600D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Login with appropriate </a:t>
            </a:r>
            <a:endParaRPr lang="en-US"/>
          </a:p>
          <a:p>
            <a:pPr marL="0" indent="0">
              <a:buNone/>
            </a:pPr>
            <a:r>
              <a:rPr lang="en-US" dirty="0"/>
              <a:t>account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5D4304-B542-024D-88A0-F9944A5C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226" y="1598341"/>
            <a:ext cx="7613547" cy="435826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E61D0B-3FE6-9200-994D-398F99C541CE}"/>
              </a:ext>
            </a:extLst>
          </p:cNvPr>
          <p:cNvCxnSpPr/>
          <p:nvPr/>
        </p:nvCxnSpPr>
        <p:spPr>
          <a:xfrm>
            <a:off x="2407063" y="2647639"/>
            <a:ext cx="3523734" cy="609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2CE02E-D853-550A-38AD-6CEF274D5380}"/>
              </a:ext>
            </a:extLst>
          </p:cNvPr>
          <p:cNvCxnSpPr>
            <a:cxnSpLocks/>
          </p:cNvCxnSpPr>
          <p:nvPr/>
        </p:nvCxnSpPr>
        <p:spPr>
          <a:xfrm>
            <a:off x="2425648" y="2638348"/>
            <a:ext cx="3486564" cy="24777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0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99FE-C6CA-08FF-32DB-4EA692E4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Successful, close the browser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596DC2-AE43-7AF1-85AE-E29EE0B45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82" y="2810649"/>
            <a:ext cx="5636947" cy="311541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63070-E83C-4414-31A6-2E9C81A4ABF3}"/>
              </a:ext>
            </a:extLst>
          </p:cNvPr>
          <p:cNvSpPr txBox="1"/>
          <p:nvPr/>
        </p:nvSpPr>
        <p:spPr>
          <a:xfrm>
            <a:off x="1005417" y="2063749"/>
            <a:ext cx="35554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/>
              <a:t>Success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04D2391-8A0D-A25F-A7E5-85A1BFA74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99" y="2154044"/>
            <a:ext cx="5007827" cy="4129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C1962D-89FC-8385-BF19-85D5B0B236B2}"/>
              </a:ext>
            </a:extLst>
          </p:cNvPr>
          <p:cNvSpPr txBox="1"/>
          <p:nvPr/>
        </p:nvSpPr>
        <p:spPr>
          <a:xfrm>
            <a:off x="6989905" y="1459724"/>
            <a:ext cx="35554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Closed browser, ready to go.</a:t>
            </a:r>
          </a:p>
        </p:txBody>
      </p:sp>
    </p:spTree>
    <p:extLst>
      <p:ext uri="{BB962C8B-B14F-4D97-AF65-F5344CB8AC3E}">
        <p14:creationId xmlns:p14="http://schemas.microsoft.com/office/powerpoint/2010/main" val="250863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818688-D8C7-4921-B845-0914F4FADCE0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2.xml><?xml version="1.0" encoding="utf-8"?>
<ds:datastoreItem xmlns:ds="http://schemas.openxmlformats.org/officeDocument/2006/customXml" ds:itemID="{8F322309-5A41-4292-ABF8-81808F78C8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26346B-56B6-4711-82C9-E96103392B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4d4b19-f621-4c3c-bc2e-e56ad8b8266c"/>
    <ds:schemaRef ds:uri="cd186e81-9251-4aad-9103-4c6d14f9f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PHPStorm license</vt:lpstr>
      <vt:lpstr>Open PhpStorm</vt:lpstr>
      <vt:lpstr>Choose Activate License</vt:lpstr>
      <vt:lpstr>Choose License Server</vt:lpstr>
      <vt:lpstr>Enter this info</vt:lpstr>
      <vt:lpstr>Web browser appears</vt:lpstr>
      <vt:lpstr>Successful, close the browser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2025-01-30T11:32:29Z</dcterms:created>
  <dcterms:modified xsi:type="dcterms:W3CDTF">2026-09-03T11:48:00Z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