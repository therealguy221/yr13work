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3E2004-86E3-047C-564A-DCDCC086C3A5}" v="62" dt="2025-09-05T12:27:15.5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09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411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877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9840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914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969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0988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2889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245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542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135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9103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PhpStorm</a:t>
            </a:r>
            <a:r>
              <a:rPr lang="en-US" dirty="0"/>
              <a:t> interpreter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4F58B-CDCB-4930-6CB7-2E72C9948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Settings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ED020-A031-F43D-2C59-4FE1D7A70A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Open settings </a:t>
            </a:r>
            <a:endParaRPr lang="en-US"/>
          </a:p>
          <a:p>
            <a:pPr marL="0" indent="0">
              <a:buNone/>
            </a:pPr>
            <a:r>
              <a:rPr lang="en-US"/>
              <a:t>from here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6944269-6D6D-674A-93AB-86BE8F439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332" y="1143000"/>
            <a:ext cx="6410093" cy="5036635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245F78D-613C-0D70-9E17-0974FA7CFBAD}"/>
              </a:ext>
            </a:extLst>
          </p:cNvPr>
          <p:cNvCxnSpPr/>
          <p:nvPr/>
        </p:nvCxnSpPr>
        <p:spPr>
          <a:xfrm>
            <a:off x="2730499" y="2529416"/>
            <a:ext cx="2802259" cy="32810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4650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75758-0028-41C2-CE69-73C1BFC01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Navigate to PHP screen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FDC31-D819-3808-539E-0B707791A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75357" cy="437921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en-US" dirty="0"/>
              <a:t>Under "Languages &amp; Frameworks" </a:t>
            </a:r>
            <a:endParaRPr lang="en-US"/>
          </a:p>
          <a:p>
            <a:pPr marL="0" indent="0">
              <a:buNone/>
            </a:pPr>
            <a:r>
              <a:rPr lang="en-US" dirty="0"/>
              <a:t>       Click "PHP" to get this    </a:t>
            </a:r>
          </a:p>
          <a:p>
            <a:pPr marL="0" indent="0">
              <a:buNone/>
            </a:pPr>
            <a:r>
              <a:rPr lang="en-US" dirty="0"/>
              <a:t>       screen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2. Then click the 3 dots</a:t>
            </a: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5D24F0E-A30A-F0A0-70C1-66D160111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6114" y="1691268"/>
            <a:ext cx="6018629" cy="4516244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5854ADA-C406-00D8-3860-9E0EFCEA429E}"/>
              </a:ext>
            </a:extLst>
          </p:cNvPr>
          <p:cNvCxnSpPr/>
          <p:nvPr/>
        </p:nvCxnSpPr>
        <p:spPr>
          <a:xfrm>
            <a:off x="2563231" y="3152025"/>
            <a:ext cx="3201844" cy="177567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0D4D560-1AFF-859E-542D-3AC10AD4B42E}"/>
              </a:ext>
            </a:extLst>
          </p:cNvPr>
          <p:cNvCxnSpPr>
            <a:cxnSpLocks/>
          </p:cNvCxnSpPr>
          <p:nvPr/>
        </p:nvCxnSpPr>
        <p:spPr>
          <a:xfrm flipV="1">
            <a:off x="4533279" y="2753215"/>
            <a:ext cx="6807405" cy="293571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6828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B6D98-90BB-ABD8-2C21-D200AD6E7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the </a:t>
            </a:r>
            <a:r>
              <a:rPr lang="en-US" dirty="0" err="1"/>
              <a:t>Laragon</a:t>
            </a:r>
            <a:r>
              <a:rPr lang="en-US" dirty="0"/>
              <a:t> interpreter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4CAE9-691E-E782-DD06-2BC244B360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Click on the "+" button</a:t>
            </a:r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F7B5B0A-AE29-6FE1-A0CD-0A4E1E7F9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4012" y="2044390"/>
            <a:ext cx="5525903" cy="4135244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672DEC6-B847-658D-4417-C6A3D2FD58FC}"/>
              </a:ext>
            </a:extLst>
          </p:cNvPr>
          <p:cNvCxnSpPr/>
          <p:nvPr/>
        </p:nvCxnSpPr>
        <p:spPr>
          <a:xfrm>
            <a:off x="4496109" y="2083366"/>
            <a:ext cx="1064527" cy="3910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2382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86B4F-5A67-2A12-7C53-87EFC3616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path to interpreter 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FC0E223-A7FF-D7B9-F809-5E46736885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76669" y="1825625"/>
            <a:ext cx="5801784" cy="4351338"/>
          </a:xfr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F250713-6E4E-CD30-E8FF-5D38254C5C2E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Click this option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4965DDC-8E05-D1F9-F22B-E75220CD0B70}"/>
              </a:ext>
            </a:extLst>
          </p:cNvPr>
          <p:cNvCxnSpPr/>
          <p:nvPr/>
        </p:nvCxnSpPr>
        <p:spPr>
          <a:xfrm>
            <a:off x="3529670" y="2101951"/>
            <a:ext cx="2430551" cy="6512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5862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76FCB-F9DC-98E1-F09B-00402018E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the file browser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E7FE0-E56B-4C0D-33FF-3E8935228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Click here to open the "Select </a:t>
            </a:r>
          </a:p>
          <a:p>
            <a:pPr marL="0" indent="0">
              <a:buNone/>
            </a:pPr>
            <a:r>
              <a:rPr lang="en-US" dirty="0"/>
              <a:t>Path" window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4626FBF-EFAF-7C61-E10D-9F60FFC55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9885" y="1031486"/>
            <a:ext cx="5791693" cy="5399051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FB968D8-C06F-5AC0-1AFB-78BDC37F9278}"/>
              </a:ext>
            </a:extLst>
          </p:cNvPr>
          <p:cNvCxnSpPr/>
          <p:nvPr/>
        </p:nvCxnSpPr>
        <p:spPr>
          <a:xfrm flipV="1">
            <a:off x="5304571" y="2093434"/>
            <a:ext cx="5004625" cy="9215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3965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5DF38-FEF7-A674-AC1B-A33A43E7C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Locate the exe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3628EFD-A8E4-5CB5-5C5D-0A4CB35E75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9060" y="366673"/>
            <a:ext cx="6766877" cy="6330679"/>
          </a:xfr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32233CC-39F8-CB4F-1D55-FFB31BFA69DC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Navigate here: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Locate the XAMPP or XAMPP1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Folder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/>
              <a:t>Then the </a:t>
            </a:r>
            <a:r>
              <a:rPr lang="en-US" dirty="0" err="1"/>
              <a:t>php</a:t>
            </a:r>
            <a:r>
              <a:rPr lang="en-US" dirty="0"/>
              <a:t> folder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Then the php.exe, select it and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Click ok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95042A6-B936-DC4B-AAB6-05BEA6D9E512}"/>
              </a:ext>
            </a:extLst>
          </p:cNvPr>
          <p:cNvCxnSpPr/>
          <p:nvPr/>
        </p:nvCxnSpPr>
        <p:spPr>
          <a:xfrm>
            <a:off x="3157961" y="2101951"/>
            <a:ext cx="5720161" cy="17849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8148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B57E6-2FEB-99AE-2E7F-DB80C7027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Apply and 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8FDDC-13E6-3D4D-61B3-C4883DD95C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Once the executable </a:t>
            </a:r>
          </a:p>
          <a:p>
            <a:pPr marL="0" indent="0">
              <a:buNone/>
            </a:pPr>
            <a:r>
              <a:rPr lang="en-US" dirty="0"/>
              <a:t>appears here, click </a:t>
            </a:r>
          </a:p>
          <a:p>
            <a:pPr marL="0" indent="0">
              <a:buNone/>
            </a:pPr>
            <a:r>
              <a:rPr lang="en-US" dirty="0"/>
              <a:t>"Apply" and then "ok"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Then close settings and</a:t>
            </a:r>
          </a:p>
          <a:p>
            <a:pPr marL="0" indent="0">
              <a:buNone/>
            </a:pPr>
            <a:r>
              <a:rPr lang="en-US" dirty="0"/>
              <a:t>You are ready to code. 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FE518E3-3441-F615-FCE3-0D581BEE9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5350" y="1235927"/>
            <a:ext cx="6685447" cy="5036635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16D0704-F577-E8EE-280C-EDE90374EE7D}"/>
              </a:ext>
            </a:extLst>
          </p:cNvPr>
          <p:cNvCxnSpPr/>
          <p:nvPr/>
        </p:nvCxnSpPr>
        <p:spPr>
          <a:xfrm>
            <a:off x="1531741" y="3328585"/>
            <a:ext cx="8563721" cy="24540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A04F0A8-A077-F0A5-47AE-B71FA0043E4F}"/>
              </a:ext>
            </a:extLst>
          </p:cNvPr>
          <p:cNvCxnSpPr>
            <a:cxnSpLocks/>
          </p:cNvCxnSpPr>
          <p:nvPr/>
        </p:nvCxnSpPr>
        <p:spPr>
          <a:xfrm>
            <a:off x="3743399" y="3328585"/>
            <a:ext cx="5301990" cy="24540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5327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urriculumSubject xmlns="a04d4b19-f621-4c3c-bc2e-e56ad8b8266c">T-level Digital</CurriculumSubject>
    <a90ffa40902743bb99d67678a74fff05 xmlns="a04d4b19-f621-4c3c-bc2e-e56ad8b8266c">
      <Terms xmlns="http://schemas.microsoft.com/office/infopath/2007/PartnerControls"/>
    </a90ffa40902743bb99d67678a74fff05>
    <nb57963f19db43999fe03d95719ba5d2 xmlns="a04d4b19-f621-4c3c-bc2e-e56ad8b8266c">
      <Terms xmlns="http://schemas.microsoft.com/office/infopath/2007/PartnerControls"/>
    </nb57963f19db43999fe03d95719ba5d2>
    <Year xmlns="a04d4b19-f621-4c3c-bc2e-e56ad8b8266c" xsi:nil="true"/>
    <KeyStage xmlns="a04d4b19-f621-4c3c-bc2e-e56ad8b8266c" xsi:nil="true"/>
    <PersonalIdentificationData xmlns="a04d4b19-f621-4c3c-bc2e-e56ad8b8266c" xsi:nil="true"/>
    <TaxCatchAll xmlns="a04d4b19-f621-4c3c-bc2e-e56ad8b8266c" xsi:nil="true"/>
    <k3d49de15793479bb679f9814d141fa3 xmlns="a04d4b19-f621-4c3c-bc2e-e56ad8b8266c">
      <Terms xmlns="http://schemas.microsoft.com/office/infopath/2007/PartnerControls"/>
    </k3d49de15793479bb679f9814d141fa3>
    <lcf76f155ced4ddcb4097134ff3c332f xmlns="cd186e81-9251-4aad-9103-4c6d14f9fcfa">
      <Terms xmlns="http://schemas.microsoft.com/office/infopath/2007/PartnerControls"/>
    </lcf76f155ced4ddcb4097134ff3c332f>
    <Lesson xmlns="a04d4b19-f621-4c3c-bc2e-e56ad8b8266c" xsi:nil="true"/>
    <CustomTags xmlns="a04d4b19-f621-4c3c-bc2e-e56ad8b8266c" xsi:nil="true"/>
    <mcb57dbb60604ce6a1cb56bc7737ae97 xmlns="a04d4b19-f621-4c3c-bc2e-e56ad8b8266c">
      <Terms xmlns="http://schemas.microsoft.com/office/infopath/2007/PartnerControls"/>
    </mcb57dbb60604ce6a1cb56bc7737ae97>
    <b3f45adbdd2a47258628f32c9c148486 xmlns="a04d4b19-f621-4c3c-bc2e-e56ad8b8266c">
      <Terms xmlns="http://schemas.microsoft.com/office/infopath/2007/PartnerControls"/>
    </b3f45adbdd2a47258628f32c9c148486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387A0779FAD544C9159E1CE3C4D4EBA" ma:contentTypeVersion="28" ma:contentTypeDescription="Create a new document." ma:contentTypeScope="" ma:versionID="afb1a4ab58b23f610c163e52b566d866">
  <xsd:schema xmlns:xsd="http://www.w3.org/2001/XMLSchema" xmlns:xs="http://www.w3.org/2001/XMLSchema" xmlns:p="http://schemas.microsoft.com/office/2006/metadata/properties" xmlns:ns2="a04d4b19-f621-4c3c-bc2e-e56ad8b8266c" xmlns:ns3="cd186e81-9251-4aad-9103-4c6d14f9fcfa" targetNamespace="http://schemas.microsoft.com/office/2006/metadata/properties" ma:root="true" ma:fieldsID="7d555a36f8cdbc1f18e43beef87d996f" ns2:_="" ns3:_="">
    <xsd:import namespace="a04d4b19-f621-4c3c-bc2e-e56ad8b8266c"/>
    <xsd:import namespace="cd186e81-9251-4aad-9103-4c6d14f9fcfa"/>
    <xsd:element name="properties">
      <xsd:complexType>
        <xsd:sequence>
          <xsd:element name="documentManagement">
            <xsd:complexType>
              <xsd:all>
                <xsd:element ref="ns2:mcb57dbb60604ce6a1cb56bc7737ae97" minOccurs="0"/>
                <xsd:element ref="ns2:TaxCatchAll" minOccurs="0"/>
                <xsd:element ref="ns2:k3d49de15793479bb679f9814d141fa3" minOccurs="0"/>
                <xsd:element ref="ns2:a90ffa40902743bb99d67678a74fff05" minOccurs="0"/>
                <xsd:element ref="ns2:b3f45adbdd2a47258628f32c9c148486" minOccurs="0"/>
                <xsd:element ref="ns2:nb57963f19db43999fe03d95719ba5d2" minOccurs="0"/>
                <xsd:element ref="ns2:PersonalIdentificationData" minOccurs="0"/>
                <xsd:element ref="ns2:KeyStage" minOccurs="0"/>
                <xsd:element ref="ns2:Year" minOccurs="0"/>
                <xsd:element ref="ns2:Lesson" minOccurs="0"/>
                <xsd:element ref="ns2:CustomTags" minOccurs="0"/>
                <xsd:element ref="ns2:CurriculumSubject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4d4b19-f621-4c3c-bc2e-e56ad8b8266c" elementFormDefault="qualified">
    <xsd:import namespace="http://schemas.microsoft.com/office/2006/documentManagement/types"/>
    <xsd:import namespace="http://schemas.microsoft.com/office/infopath/2007/PartnerControls"/>
    <xsd:element name="mcb57dbb60604ce6a1cb56bc7737ae97" ma:index="9" nillable="true" ma:taxonomy="true" ma:internalName="mcb57dbb60604ce6a1cb56bc7737ae97" ma:taxonomyFieldName="Topic" ma:displayName="Topic" ma:fieldId="{6cb57dbb-6060-4ce6-a1cb-56bc7737ae97}" ma:sspId="d1e1aebe-9980-4bd8-bca9-3cd8b19c1a26" ma:termSetId="71e609f5-4776-43e8-8bfd-5da4a1b1d25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0" nillable="true" ma:displayName="Taxonomy Catch All Column" ma:hidden="true" ma:list="{17978799-9331-4147-b6f4-65d46b2e75e0}" ma:internalName="TaxCatchAll" ma:showField="CatchAllData" ma:web="a04d4b19-f621-4c3c-bc2e-e56ad8b8266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k3d49de15793479bb679f9814d141fa3" ma:index="12" nillable="true" ma:taxonomy="true" ma:internalName="k3d49de15793479bb679f9814d141fa3" ma:taxonomyFieldName="Staff_x0020_Category" ma:displayName="Staff Category" ma:fieldId="{43d49de1-5793-479b-b679-f9814d141fa3}" ma:sspId="d1e1aebe-9980-4bd8-bca9-3cd8b19c1a26" ma:termSetId="b28c59de-b269-4eb6-b684-5451c1ded0f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a90ffa40902743bb99d67678a74fff05" ma:index="14" nillable="true" ma:taxonomy="true" ma:internalName="a90ffa40902743bb99d67678a74fff05" ma:taxonomyFieldName="Exam_x0020_Board" ma:displayName="Exam Board" ma:fieldId="{a90ffa40-9027-43bb-99d6-7678a74fff05}" ma:sspId="d1e1aebe-9980-4bd8-bca9-3cd8b19c1a26" ma:termSetId="e02c9b1f-1fde-4376-8025-8fa9567ac8b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b3f45adbdd2a47258628f32c9c148486" ma:index="16" nillable="true" ma:taxonomy="true" ma:internalName="b3f45adbdd2a47258628f32c9c148486" ma:taxonomyFieldName="Week" ma:displayName="Week" ma:fieldId="{b3f45adb-dd2a-4725-8628-f32c9c148486}" ma:sspId="d1e1aebe-9980-4bd8-bca9-3cd8b19c1a26" ma:termSetId="831d8c1a-a70e-4f31-aebe-526f4506a9a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nb57963f19db43999fe03d95719ba5d2" ma:index="18" nillable="true" ma:taxonomy="true" ma:internalName="nb57963f19db43999fe03d95719ba5d2" ma:taxonomyFieldName="Term" ma:displayName="Term" ma:fieldId="{7b57963f-19db-4399-9fe0-3d95719ba5d2}" ma:sspId="d1e1aebe-9980-4bd8-bca9-3cd8b19c1a26" ma:termSetId="9a8ac47f-3a28-4f5d-ac1e-a09b65b5560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PersonalIdentificationData" ma:index="19" nillable="true" ma:displayName="Personal Identification Data" ma:internalName="Personal_x0020_Identification_x0020_Data">
      <xsd:simpleType>
        <xsd:restriction base="dms:Choice">
          <xsd:enumeration value="No"/>
          <xsd:enumeration value="Yes"/>
        </xsd:restriction>
      </xsd:simpleType>
    </xsd:element>
    <xsd:element name="KeyStage" ma:index="20" nillable="true" ma:displayName="Key Stage" ma:internalName="Key_x0020_Stage">
      <xsd:simpleType>
        <xsd:restriction base="dms:Text"/>
      </xsd:simpleType>
    </xsd:element>
    <xsd:element name="Year" ma:index="21" nillable="true" ma:displayName="Year" ma:internalName="Year">
      <xsd:simpleType>
        <xsd:restriction base="dms:Text"/>
      </xsd:simpleType>
    </xsd:element>
    <xsd:element name="Lesson" ma:index="22" nillable="true" ma:displayName="Lesson" ma:internalName="Lesson">
      <xsd:simpleType>
        <xsd:restriction base="dms:Text"/>
      </xsd:simpleType>
    </xsd:element>
    <xsd:element name="CustomTags" ma:index="23" nillable="true" ma:displayName="Custom Tags" ma:internalName="Custom_x0020_Tags">
      <xsd:simpleType>
        <xsd:restriction base="dms:Text"/>
      </xsd:simpleType>
    </xsd:element>
    <xsd:element name="CurriculumSubject" ma:index="24" nillable="true" ma:displayName="Curriculum Subject" ma:default="T-level Digital" ma:internalName="Curriculum_x0020_Subject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186e81-9251-4aad-9103-4c6d14f9fc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25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6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30" nillable="true" ma:taxonomy="true" ma:internalName="lcf76f155ced4ddcb4097134ff3c332f" ma:taxonomyFieldName="MediaServiceImageTags" ma:displayName="Image Tags" ma:readOnly="false" ma:fieldId="{5cf76f15-5ced-4ddc-b409-7134ff3c332f}" ma:taxonomyMulti="true" ma:sspId="d1e1aebe-9980-4bd8-bca9-3cd8b19c1a2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3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3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51753F0-2303-46FC-92E7-7B3670309C16}">
  <ds:schemaRefs>
    <ds:schemaRef ds:uri="http://schemas.microsoft.com/office/2006/metadata/properties"/>
    <ds:schemaRef ds:uri="http://schemas.microsoft.com/office/infopath/2007/PartnerControls"/>
    <ds:schemaRef ds:uri="a04d4b19-f621-4c3c-bc2e-e56ad8b8266c"/>
    <ds:schemaRef ds:uri="cd186e81-9251-4aad-9103-4c6d14f9fcfa"/>
  </ds:schemaRefs>
</ds:datastoreItem>
</file>

<file path=customXml/itemProps2.xml><?xml version="1.0" encoding="utf-8"?>
<ds:datastoreItem xmlns:ds="http://schemas.openxmlformats.org/officeDocument/2006/customXml" ds:itemID="{2D924BCF-1CFA-4A71-A033-938B66FE984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7BABAC0-4E42-40DC-B69C-C05CDF7E2BB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04d4b19-f621-4c3c-bc2e-e56ad8b8266c"/>
    <ds:schemaRef ds:uri="cd186e81-9251-4aad-9103-4c6d14f9fcf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PhpStorm interpreter </vt:lpstr>
      <vt:lpstr>Open Settings</vt:lpstr>
      <vt:lpstr>Navigate to PHP screen</vt:lpstr>
      <vt:lpstr>Add the Laragon interpreter</vt:lpstr>
      <vt:lpstr>Local path to interpreter </vt:lpstr>
      <vt:lpstr>Open the file browser</vt:lpstr>
      <vt:lpstr>Locate the exe</vt:lpstr>
      <vt:lpstr>Apply and ok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113</cp:revision>
  <dcterms:created xsi:type="dcterms:W3CDTF">2025-01-30T11:49:35Z</dcterms:created>
  <dcterms:modified xsi:type="dcterms:W3CDTF">2026-09-03T12:08:20Z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0x0101008387A0779FAD544C9159E1CE3C4D4EBA</vt:lpwstr>
  </property>
  <property fmtid="{D5CDD505-2E9C-101B-9397-08002B2CF9AE}" pid="3" name="Staff Category">
    <vt:lpwstr/>
  </property>
  <property fmtid="{D5CDD505-2E9C-101B-9397-08002B2CF9AE}" pid="4" name="Topic">
    <vt:lpwstr/>
  </property>
  <property fmtid="{D5CDD505-2E9C-101B-9397-08002B2CF9AE}" pid="5" name="MediaServiceImageTags">
    <vt:lpwstr/>
  </property>
  <property fmtid="{D5CDD505-2E9C-101B-9397-08002B2CF9AE}" pid="6" name="Term">
    <vt:lpwstr/>
  </property>
  <property fmtid="{D5CDD505-2E9C-101B-9397-08002B2CF9AE}" pid="7" name="Week">
    <vt:lpwstr/>
  </property>
  <property fmtid="{D5CDD505-2E9C-101B-9397-08002B2CF9AE}" pid="8" name="Exam Board">
    <vt:lpwstr/>
  </property>
  <property fmtid="{D5CDD505-2E9C-101B-9397-08002B2CF9AE}" pid="9" name="Staff_x0020_Category">
    <vt:lpwstr/>
  </property>
  <property fmtid="{D5CDD505-2E9C-101B-9397-08002B2CF9AE}" pid="10" name="Exam_x0020_Board">
    <vt:lpwstr/>
  </property>
</Properties>
</file>